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Receipt-OCR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Ensemble Pipeline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57% to 84% accuracy with smart engine routing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51560"/>
            <a:ext cx="10972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1247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receipts vary wildly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435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prints, skewed photos, multiple currencies ($, £, €)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039112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039112"/>
            <a:ext cx="10972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1122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store formats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2423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Walmart, Whole Foods, Costco, Trader Joe’s, SPAR, Harrods, and more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026664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3026664"/>
            <a:ext cx="10972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09981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OCR engine wins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34107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and PaddleOCR each excel on different image conditions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014216"/>
            <a:ext cx="786384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" y="4014216"/>
            <a:ext cx="10972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087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needed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14400" y="439826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items, prices, totals, tax, dates from raw images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Three-Stage Pipeline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651760" cy="35661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4"/>
          <p:cNvSpPr/>
          <p:nvPr/>
        </p:nvSpPr>
        <p:spPr>
          <a:xfrm>
            <a:off x="1463040" y="13716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Pre-OCR Heuristic Filtering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9 image features in &lt;200ms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engines based on visual characteristics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best strategy or escalate to ensemble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60604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7560" y="1051560"/>
            <a:ext cx="2651760" cy="35661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37560" y="1051560"/>
            <a:ext cx="265176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0"/>
          <p:cNvSpPr/>
          <p:nvPr/>
        </p:nvSpPr>
        <p:spPr>
          <a:xfrm>
            <a:off x="4343400" y="1371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1"/>
          <p:cNvSpPr/>
          <p:nvPr/>
        </p:nvSpPr>
        <p:spPr>
          <a:xfrm>
            <a:off x="43434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35204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Execution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20440" y="26974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chosen engine(s): EasyOCR, PaddleOCR, or both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reorder bounding boxes into token sequence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detections if ensemble mode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606040"/>
            <a:ext cx="320040" cy="32004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17920" y="1051560"/>
            <a:ext cx="2651760" cy="35661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1051560"/>
            <a:ext cx="26517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6"/>
          <p:cNvSpPr/>
          <p:nvPr/>
        </p:nvSpPr>
        <p:spPr>
          <a:xfrm>
            <a:off x="7223760" y="13716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7"/>
          <p:cNvSpPr/>
          <p:nvPr/>
        </p:nvSpPr>
        <p:spPr>
          <a:xfrm>
            <a:off x="72237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18"/>
          <p:cNvSpPr/>
          <p:nvPr/>
        </p:nvSpPr>
        <p:spPr>
          <a:xfrm>
            <a:off x="640080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Post-OCR Escalation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00800" y="26974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parse results against quality checks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full ensemble if red flags detected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Flags: &lt;2 items, missing total, checksum mismatch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Dual-Engine Ensemble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EasyOCR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low-contrast, skewed images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CLAHE preprocessing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Faster: 3–70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rotation-tolerant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PaddleOCR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937760" y="1691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on high-contrast, thermal prints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adaptive thresholding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but more accurate on clean inputs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well-lit, clean photos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8229600" cy="105156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3794760"/>
            <a:ext cx="10972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858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Merge Strategy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matching (0.3 threshold)  •  Y-band text similarity (20px tolerance)  •  Winner heuristics: plausible prices, higher confidence, longer text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Heuristic Model Recommender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0" y="100584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0" y="100584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0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Angle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50876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(Laplacian)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0" y="150876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1"/>
          <p:cNvSpPr/>
          <p:nvPr/>
        </p:nvSpPr>
        <p:spPr>
          <a:xfrm>
            <a:off x="2286000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Density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150876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3"/>
          <p:cNvSpPr/>
          <p:nvPr/>
        </p:nvSpPr>
        <p:spPr>
          <a:xfrm>
            <a:off x="4114800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Detection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01168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DPI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286000" y="201168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0" name="Text 17"/>
          <p:cNvSpPr/>
          <p:nvPr/>
        </p:nvSpPr>
        <p:spPr>
          <a:xfrm>
            <a:off x="228600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14800" y="2011680"/>
            <a:ext cx="169164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Text 19"/>
          <p:cNvSpPr/>
          <p:nvPr/>
        </p:nvSpPr>
        <p:spPr>
          <a:xfrm>
            <a:off x="411480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0" y="100584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in &lt;200ms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Output Strategies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2743200"/>
            <a:ext cx="19659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EASYOCR_ONLY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606040" y="2743200"/>
            <a:ext cx="19659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260604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PADDLEOCR_ONLY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2743200"/>
            <a:ext cx="19659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03720" y="2743200"/>
            <a:ext cx="196596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29"/>
          <p:cNvSpPr/>
          <p:nvPr/>
        </p:nvSpPr>
        <p:spPr>
          <a:xfrm>
            <a:off x="6903720" y="2743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ENSEMBLE+REOCR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40080" y="3566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system with tunable weights per feature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Per-store calibrated preferences (Walmart → EasyOCR, Trader Joe’s → PaddleOCR)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single engine 40% of the time → ~40% latency savings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Post-parse escalation catches missed items and totals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Store-Specific Parsing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2,400+ lines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4023360" cy="1143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Store Extractors + Generic Fallback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1389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Walmart, Whole Foods, Costco, Trader Joe’s, Target, Kroger, Safeway, SPAR, and more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023360" cy="1143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109728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Compiled Regex Patterns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83480" y="1389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($, £, €), dates (US/EU), keywords, tax flags, quantities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331720"/>
            <a:ext cx="4023360" cy="1143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33172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 Correction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" y="2715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character substitution patterns (O→0, l→1, S→5, B→8)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331720"/>
            <a:ext cx="4023360" cy="1143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331720"/>
            <a:ext cx="109728" cy="1143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7"/>
          <p:cNvSpPr/>
          <p:nvPr/>
        </p:nvSpPr>
        <p:spPr>
          <a:xfrm>
            <a:off x="4983480" y="2404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Dictionary Matching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83480" y="27157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grocery terms, 0.80 similarity cutoff for name correction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4023360" cy="1143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657600"/>
            <a:ext cx="109728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Validation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" y="40416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fused-digit OCR errors ($828.28 → $28.28)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3657600"/>
            <a:ext cx="4023360" cy="11430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54880" y="3657600"/>
            <a:ext cx="109728" cy="1143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Text 25"/>
          <p:cNvSpPr/>
          <p:nvPr/>
        </p:nvSpPr>
        <p:spPr>
          <a:xfrm>
            <a:off x="4983480" y="3730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Price Recovery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83480" y="40416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fragments: ['4.', '88'] → ['4.88']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Preprocessing Pipeline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60604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Cropping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threshold + largest contour detection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051560"/>
            <a:ext cx="260604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2900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42900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Correction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4290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4-point contour warp to top-down view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1051560"/>
            <a:ext cx="260604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6364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263640" y="1691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Normalization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6364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Upscale/downscale to optimal DPI range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260604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9436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Deskew Rotation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9436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skew angle from minAreaRect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291840" y="2971800"/>
            <a:ext cx="260604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42900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342900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42900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noise while preserving text edges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26480" y="2971800"/>
            <a:ext cx="260604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6364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626364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263640" y="3977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for PaddleOCR, CLAHE for EasyOCR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Calibration Results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7-Image Benchmark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Trader Joe's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Walmart #1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Foods #1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Foods #2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Walmart #2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Walmart #3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9776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wins or ties on 6 out of 7 test images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Summary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371600" y="1005840"/>
            <a:ext cx="6400800" cy="15544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371600" y="10515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57% → 84%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371600" y="1965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196596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94360" y="3931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Single-Engine Picks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(Latency Savings)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06040" y="2880360"/>
            <a:ext cx="196596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06040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743200" y="3931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Stores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2880360"/>
            <a:ext cx="196596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754880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70+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4892040" y="3931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03720" y="2880360"/>
            <a:ext cx="196596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903720" y="30175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7040880" y="3931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Terms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 Fixes That Drove Accuracy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109728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Token Crash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becoming empty after OCR normalization now dropped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10972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033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31 Date Bug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344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validation now checks actual max days per month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6596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1965960"/>
            <a:ext cx="109728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Tax Entries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duplicates when multiple TAX keywords share value tokens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96596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965960"/>
            <a:ext cx="109728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Fused-Digit OCR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83480" y="2350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$828.28 → $28.28 via exhaustive enumeration (≤8 items)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97180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971800"/>
            <a:ext cx="10972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Foods Price Confusion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3355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keyword now correctly distinguishes item price vs total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297180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2971800"/>
            <a:ext cx="109728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3044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Layout Detection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83480" y="3355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largest gap in x_min for two-column receipt formats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977640"/>
            <a:ext cx="832104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3977640"/>
            <a:ext cx="10972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40507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Print Detection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85800" y="436168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thermal receipts via color variance &lt; 15 channel std dev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&amp; Calibration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0972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test_receipt_parser.py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0" y="1051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 unit tests: normalization, parsing, merging, spatial reordering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8229600" cy="54864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64208"/>
            <a:ext cx="10972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1709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test_model_recommender.py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74720" y="17099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tests: feature extraction, recommendation logic, thresholds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322576"/>
            <a:ext cx="822960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322576"/>
            <a:ext cx="10972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2368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accuracy_test.py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74720" y="23682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against hand-verified ground truth (store, total, items, prices)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80944"/>
            <a:ext cx="109728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026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ocr_bench.py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74720" y="3026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benchmark with pluggable OCR engines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639312"/>
            <a:ext cx="822960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639312"/>
            <a:ext cx="10972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calibrate_recommender.py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474720" y="3685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all engines on ground truth, computes per-store preferences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4297680"/>
            <a:ext cx="109728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77724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debug_failures.py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74720" y="4343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 ensemble detections and parse results for failing images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Integration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1280160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097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54480" y="11887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37360" y="1097280"/>
            <a:ext cx="128016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1097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17520" y="11887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0" y="1097280"/>
            <a:ext cx="128016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0" y="1097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Engine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80560" y="11887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1097280"/>
            <a:ext cx="128016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1097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11887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26480" y="1097280"/>
            <a:ext cx="128016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1097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11887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89520" y="1097280"/>
            <a:ext cx="128016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7589520" y="1097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1E3150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2011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/recipe/parse/receipt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457200" y="2834640"/>
            <a:ext cx="3931920" cy="20116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4008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Fields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40080" y="3291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store_name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 [ { name, price } 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subtotal, tax, total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54880" y="2834640"/>
            <a:ext cx="3931920" cy="20116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9377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937760" y="3291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search (5 store scrapers)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recommendation engine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 backend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for unstructured parsing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Recipe Recommendations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Scoring Engine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246120"/>
            <a:ext cx="274320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weighted signals, two-tier substitution, pgvector embeddings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 Pipeline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128016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1051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Pantry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54480" y="1143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37360" y="1051560"/>
            <a:ext cx="128016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1737360" y="1051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Pre-Filter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17520" y="1143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0" y="1051560"/>
            <a:ext cx="1280160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0" y="1051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Prefs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History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480560" y="1143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1280160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1051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1143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26480" y="1051560"/>
            <a:ext cx="1280160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1051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1143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89520" y="1051560"/>
            <a:ext cx="128016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8"/>
          <p:cNvSpPr/>
          <p:nvPr/>
        </p:nvSpPr>
        <p:spPr>
          <a:xfrm>
            <a:off x="7589520" y="10515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Return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2011680"/>
            <a:ext cx="109728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2084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Data Loading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5800" y="239572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loads pantry, candidates, preferences, and history simultaneously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2788920"/>
            <a:ext cx="109728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28620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Pre-Filtering (RPC)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5800" y="317296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fn_recipe_candidates_for_pantry pre-filters by ingredient overlap in Postgres — avoids loading all recipes to JS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" y="3566160"/>
            <a:ext cx="10972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Scoring Function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5800" y="395020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scoreRecipe() is a pure function with O(1) Set/Map lookups — zero DB calls during scoring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" y="4343400"/>
            <a:ext cx="109728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" y="4416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Integration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85800" y="472744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useRecipeRecommendations hook with 5-min stale time, auto-invalidation on pantry changes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Weighted Scoring Signals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recipe scored 0–100 via weighted sum of heuristic signals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3444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3749040" y="1399032"/>
            <a:ext cx="5943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13990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Match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/ required ingredients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109728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1"/>
          <p:cNvSpPr/>
          <p:nvPr/>
        </p:nvSpPr>
        <p:spPr>
          <a:xfrm>
            <a:off x="8046720" y="1399032"/>
            <a:ext cx="59436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139903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834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Sufficiency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83480" y="1645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if enough, 0.5 if partial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19456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194560"/>
            <a:ext cx="109728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7"/>
          <p:cNvSpPr/>
          <p:nvPr/>
        </p:nvSpPr>
        <p:spPr>
          <a:xfrm>
            <a:off x="3749040" y="2359152"/>
            <a:ext cx="5943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3749040" y="235915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8580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Urgency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soon-to-expire items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54880" y="219456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2194560"/>
            <a:ext cx="10972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3"/>
          <p:cNvSpPr/>
          <p:nvPr/>
        </p:nvSpPr>
        <p:spPr>
          <a:xfrm>
            <a:off x="8046720" y="2359152"/>
            <a:ext cx="5943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4"/>
          <p:cNvSpPr/>
          <p:nvPr/>
        </p:nvSpPr>
        <p:spPr>
          <a:xfrm>
            <a:off x="8046720" y="235915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8348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 Adjustment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98348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staples penalized at only 20%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15468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" y="3154680"/>
            <a:ext cx="109728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Shape 29"/>
          <p:cNvSpPr/>
          <p:nvPr/>
        </p:nvSpPr>
        <p:spPr>
          <a:xfrm>
            <a:off x="3749040" y="3319272"/>
            <a:ext cx="59436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Text 30"/>
          <p:cNvSpPr/>
          <p:nvPr/>
        </p:nvSpPr>
        <p:spPr>
          <a:xfrm>
            <a:off x="3749040" y="33192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580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Credit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8580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 (instant) + embeddings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754880" y="315468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754880" y="3154680"/>
            <a:ext cx="109728" cy="7772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8" name="Shape 35"/>
          <p:cNvSpPr/>
          <p:nvPr/>
        </p:nvSpPr>
        <p:spPr>
          <a:xfrm>
            <a:off x="8046720" y="3319272"/>
            <a:ext cx="594360" cy="4114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9" name="Text 36"/>
          <p:cNvSpPr/>
          <p:nvPr/>
        </p:nvSpPr>
        <p:spPr>
          <a:xfrm>
            <a:off x="8046720" y="33192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98348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Alignment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98348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match + dietary tags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57200" y="411480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57200" y="4114800"/>
            <a:ext cx="109728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1"/>
          <p:cNvSpPr/>
          <p:nvPr/>
        </p:nvSpPr>
        <p:spPr>
          <a:xfrm>
            <a:off x="3749040" y="4279392"/>
            <a:ext cx="5943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2"/>
          <p:cNvSpPr/>
          <p:nvPr/>
        </p:nvSpPr>
        <p:spPr>
          <a:xfrm>
            <a:off x="3749040" y="427939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8580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Boost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8580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rating × 0.7 + log(count) × 0.3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754880" y="4114800"/>
            <a:ext cx="4023360" cy="777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754880" y="411480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Shape 47"/>
          <p:cNvSpPr/>
          <p:nvPr/>
        </p:nvSpPr>
        <p:spPr>
          <a:xfrm>
            <a:off x="8046720" y="4279392"/>
            <a:ext cx="5943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Text 48"/>
          <p:cNvSpPr/>
          <p:nvPr/>
        </p:nvSpPr>
        <p:spPr>
          <a:xfrm>
            <a:off x="8046720" y="427939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498348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Penalty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498348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 recently-cooked, same cuisine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Two-Tier Substitution System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1: Static Map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Curated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bidirectional pairs in constants.ts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Map lookup — zero latency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takes precedence over embeddings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↔ lime (0.90)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 ↔ margarine (0.85)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sauce ↔ tamari (0.90)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chicken breast ↔ thigh (0.90)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↔ oat milk (0.80)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393192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2: Embeddings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93776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Broad Coverage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3776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cosine similarity in Postgres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1,271 ingredient embeddings (nomic-embed-text)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RPC for all missing ingredients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threshold: ≥ 0.75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best pantry match per missing item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= confidence × 0.8 / totalIngredients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checked when no static pair exists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 Schema &amp; Data Model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109728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332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pantry_items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3441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available ingredients with quantities, units, expiry dates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60120"/>
            <a:ext cx="10972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0332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3441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catalog with cuisine, meal type, difficulty, prep/cook time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6596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1965960"/>
            <a:ext cx="10972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039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recipe_ingredients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2350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recipes → standardized_ingredients with quantities/units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196596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1965960"/>
            <a:ext cx="109728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0391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standardized_ingredients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83480" y="2350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ingredient master list for consistent matching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97180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971800"/>
            <a:ext cx="109728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3044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ingredient_embeddings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" y="33558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embeddings (nomic-embed-text) — 1,271 ingredients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297180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2971800"/>
            <a:ext cx="109728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3044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meal_schedule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83480" y="33558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history for diversity penalty calculation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97764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3977640"/>
            <a:ext cx="109728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4050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recipe_favorites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85800" y="43616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positive signals — favorites get -0.15 diversity offset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754880" y="3977640"/>
            <a:ext cx="4023360" cy="8229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3977640"/>
            <a:ext cx="10972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2"/>
          <p:cNvSpPr/>
          <p:nvPr/>
        </p:nvSpPr>
        <p:spPr>
          <a:xfrm>
            <a:off x="4983480" y="40507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983480" y="43616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dietary preferences, cuisine preferences, cooking time budget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Pantry Intelligence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 Pantry Staples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staples penalized at only 20%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pepper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oil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oil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soda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baking powder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extract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 sauce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vinegar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</a:t>
            </a:r>
            <a:endParaRPr lang="en-US" sz="11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3931920" cy="17373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05840"/>
            <a:ext cx="109728" cy="1737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Urgency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0" y="14630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expiring within 7 days are tracked in a Set. Score = expiring items used / total expiring items. Encourages using up food before it goes to waste.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2926080"/>
            <a:ext cx="3931920" cy="1920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926080"/>
            <a:ext cx="109728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Data Structures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0" y="3383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ingredientIds: Set&lt;string&gt;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itemsByIngredientId: Map&lt;string, PantryItem&gt;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expiringWithin7Days: Set&lt;string&gt;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recentCuisineCounts: Map&lt;string, number&gt;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Characteristics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196596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998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9436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(Implementation)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1005840"/>
            <a:ext cx="196596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06040" y="1097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74320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(Comprehensive)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196596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097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&lt;1s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89204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Scoring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(100-200 pantry items)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0" y="1005840"/>
            <a:ext cx="1965960" cy="16459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03720" y="10972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700ms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704088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Suite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(vitest)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3931920" cy="1920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26080"/>
            <a:ext cx="109728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3383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snapshot: O(n) scan + Set/Map build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pre-filter: O(1) SQL RPC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O(m × k) with O(1) lookups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subs: single Postgres call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0" y="2926080"/>
            <a:ext cx="3931920" cy="1920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2926080"/>
            <a:ext cx="109728" cy="1920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Optimizations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029200" y="33832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for parallel data loading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SQL-side candidate filtering (cap: 2000)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deduplication before scoring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Staples excluded from embedding lookups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Coverage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09728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scorer.test.ts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tests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1097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heuristics, staples, static/embedding subs, real Supabase fixtures, score bounds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920240"/>
            <a:ext cx="109728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recommend.test.ts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tests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17520" y="20116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orchestration, filters, sorting, embedding integration, weight overrides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834640"/>
            <a:ext cx="109728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2880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data-loader.test.ts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tests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1752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loading, RPC pre-filter + fallback, preferences, history, error handling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 Fixtures &amp; Edge Cases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57200" y="4251960"/>
            <a:ext cx="260604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94360" y="4297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Recipes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436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Mediterranean Chickpea Bowl, Smoky Chipotle Tacos, Coconut Lentil Dal, Lemon Roasted Cod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91840" y="4251960"/>
            <a:ext cx="260604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429000" y="4297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Degradation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42900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tests: progressive replacement with embedding subs, verify monotonic score decrease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26480" y="4251960"/>
            <a:ext cx="2606040" cy="7315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263640" y="4297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63640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pantry, fully stocked, all items expiring, deduplication, null handling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Codebase Structure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85800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998 lines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05840"/>
            <a:ext cx="10972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types.ts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051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lines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9040" y="1051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RecipeCandidate, PantrySnapshot, ScoredRecipe, ScoreBreakdown, UserPreferences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1664208"/>
            <a:ext cx="8229600" cy="54864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664208"/>
            <a:ext cx="10972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709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constants.ts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017520" y="17099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lines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749040" y="17099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staples, 40+ substitution pairs, default weights, penalty/credit factors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322576"/>
            <a:ext cx="822960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322576"/>
            <a:ext cx="10972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23682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data-loader.ts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017520" y="236829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353 lines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749040" y="23682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async loaders: pantry, candidates (RPC + fallback), preferences, history, embedding subs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2980944"/>
            <a:ext cx="109728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026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scorer.ts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017520" y="30266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308 lines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749040" y="30266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scoreRecipe() with 8 weighted heuristics, Map/Set for O(1) lookups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57200" y="3639312"/>
            <a:ext cx="822960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3639312"/>
            <a:ext cx="109728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3685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recommend.ts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017520" y="36850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lines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49040" y="3685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orchestrator: parallel load, collect missing IDs, score, filter, sort, slice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1E3150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7200" y="4297680"/>
            <a:ext cx="109728" cy="5486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3" name="Text 30"/>
          <p:cNvSpPr/>
          <p:nvPr/>
        </p:nvSpPr>
        <p:spPr>
          <a:xfrm>
            <a:off x="777240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use-recipe-recommendations.ts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017520" y="4343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lines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74904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Query hook: custom weights/filters, 5-min stale time, invalidation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SecretSauce — Receipt-OCR &amp; Recipe Recommendations</dc:title>
  <dc:subject>PptxGenJS Presentation</dc:subject>
  <dc:creator>SecretSauce Team</dc:creator>
  <cp:lastModifiedBy>SecretSauce Team</cp:lastModifiedBy>
  <cp:revision>1</cp:revision>
  <dcterms:created xsi:type="dcterms:W3CDTF">2026-04-08T23:33:11Z</dcterms:created>
  <dcterms:modified xsi:type="dcterms:W3CDTF">2026-04-08T23:33:11Z</dcterms:modified>
</cp:coreProperties>
</file>